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91333" y="1900963"/>
            <a:ext cx="496133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2" kern="0" dirty="0">
                <a:solidFill>
                  <a:srgbClr val="B4FF3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SESSION / 0042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2091333" y="2218860"/>
            <a:ext cx="4961334" cy="5700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76000"/>
              </a:lnSpc>
              <a:buNone/>
            </a:pPr>
            <a:r>
              <a:rPr lang="en-US" sz="4350" b="1" spc="-3" kern="0" dirty="0">
                <a:solidFill>
                  <a:srgbClr val="F4F4F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Cipher Link</a:t>
            </a:r>
            <a:r>
              <a:rPr lang="en-US" sz="4350" b="1" spc="-3" kern="0" dirty="0">
                <a:solidFill>
                  <a:srgbClr val="B4FF3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.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2091333" y="3017509"/>
            <a:ext cx="4961334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 secure session console for pairing devices with confidence.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1394147"/>
            <a:ext cx="78581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A8A9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57250" y="1683469"/>
            <a:ext cx="500062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spc="-1" kern="0" dirty="0">
                <a:solidFill>
                  <a:srgbClr val="F4F4F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Trust should be visible, not assumed.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857250" y="2849240"/>
            <a:ext cx="30718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4FF3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BLACK BOX PAIRING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57250" y="3106415"/>
            <a:ext cx="30718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A9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Most secure handshakes happen in the background, leaving users blind to the actual identity of the peer.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14813" y="2849240"/>
            <a:ext cx="30718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4FF3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INVISIBLE THREATS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214813" y="3106415"/>
            <a:ext cx="30718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A9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Stranger devices can spoof familiar names. Without fingerprint verification, the channel is never truly secure.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F4F4F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Three states. One clear outcome.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89434"/>
            <a:ext cx="2619356" cy="3525441"/>
          </a:xfrm>
          <a:prstGeom prst="rect">
            <a:avLst/>
          </a:prstGeom>
          <a:solidFill>
            <a:srgbClr val="1A1A1E"/>
          </a:solidFill>
          <a:ln w="9144">
            <a:solidFill>
              <a:srgbClr val="2A2A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09675" y="1475184"/>
            <a:ext cx="457200" cy="457200"/>
          </a:xfrm>
          <a:prstGeom prst="rect">
            <a:avLst/>
          </a:prstGeom>
          <a:solidFill>
            <a:srgbClr val="B4FF39">
              <a:alpha val="10000"/>
            </a:srgbClr>
          </a:solidFill>
          <a:ln w="9144">
            <a:solidFill>
              <a:srgbClr val="B4FF39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09675" y="147518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B4FF39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⚡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9302" y="2146697"/>
            <a:ext cx="717947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Pair New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2938" y="2514600"/>
            <a:ext cx="2190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First-time secure handshake with explicit fingerprint confirmation.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431094" y="4200525"/>
            <a:ext cx="614363" cy="228600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B4FF3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VERIFIED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262294" y="1189434"/>
            <a:ext cx="2619356" cy="3525441"/>
          </a:xfrm>
          <a:prstGeom prst="rect">
            <a:avLst/>
          </a:prstGeom>
          <a:solidFill>
            <a:srgbClr val="1A1A1E"/>
          </a:solidFill>
          <a:ln w="9144">
            <a:solidFill>
              <a:srgbClr val="2A2A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344" y="1475184"/>
            <a:ext cx="457200" cy="457200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344" y="147518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E5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🔄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116530" y="2146697"/>
            <a:ext cx="91082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Reconnect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6606" y="2514600"/>
            <a:ext cx="2190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Resume a trusted session instantly with background key matching.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291552" y="4200525"/>
            <a:ext cx="560784" cy="228600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E5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RESUMED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6095963" y="1189434"/>
            <a:ext cx="2619356" cy="3525441"/>
          </a:xfrm>
          <a:prstGeom prst="rect">
            <a:avLst/>
          </a:prstGeom>
          <a:solidFill>
            <a:srgbClr val="1A1A1E"/>
          </a:solidFill>
          <a:ln w="9144">
            <a:solidFill>
              <a:srgbClr val="2A2A3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77013" y="1475184"/>
            <a:ext cx="457200" cy="457200"/>
          </a:xfrm>
          <a:prstGeom prst="rect">
            <a:avLst/>
          </a:prstGeom>
          <a:solidFill>
            <a:srgbClr val="FF3366">
              <a:alpha val="10000"/>
            </a:srgbClr>
          </a:solidFill>
          <a:ln w="9144">
            <a:solidFill>
              <a:srgbClr val="FF3366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7013" y="1475184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3366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🚫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764462" y="2146697"/>
            <a:ext cx="128230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Block Unknown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10275" y="2514600"/>
            <a:ext cx="21907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9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Automatic rejection of unrecognized peers before data exchange.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152010" y="4200525"/>
            <a:ext cx="507206" cy="228600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FF33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DENIED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F4F4F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Designed like a security tool.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89434"/>
            <a:ext cx="1964531" cy="1346597"/>
          </a:xfrm>
          <a:prstGeom prst="rect">
            <a:avLst/>
          </a:prstGeom>
          <a:solidFill>
            <a:srgbClr val="1A1A1E"/>
          </a:solidFill>
          <a:ln w="9144">
            <a:solidFill>
              <a:srgbClr val="2A2A3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0075" y="2046684"/>
            <a:ext cx="16216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8A9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bg-dark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600075" y="2203847"/>
            <a:ext cx="162163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#0A0A0C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536031" y="1189434"/>
            <a:ext cx="1964531" cy="1346597"/>
          </a:xfrm>
          <a:prstGeom prst="rect">
            <a:avLst/>
          </a:prstGeom>
          <a:solidFill>
            <a:srgbClr val="1A1A1E"/>
          </a:solidFill>
          <a:ln w="9144">
            <a:solidFill>
              <a:srgbClr val="2A2A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07481" y="2046684"/>
            <a:ext cx="16216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8A9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accent-success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707481" y="2203847"/>
            <a:ext cx="162163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#B4FF39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643438" y="1189434"/>
            <a:ext cx="1964531" cy="1346597"/>
          </a:xfrm>
          <a:prstGeom prst="rect">
            <a:avLst/>
          </a:prstGeom>
          <a:solidFill>
            <a:srgbClr val="1A1A1E"/>
          </a:solidFill>
          <a:ln w="9144">
            <a:solidFill>
              <a:srgbClr val="2A2A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4888" y="2046684"/>
            <a:ext cx="16216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8A9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accent-network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814888" y="2203847"/>
            <a:ext cx="162163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#00E5FF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750844" y="1189434"/>
            <a:ext cx="1964531" cy="1346597"/>
          </a:xfrm>
          <a:prstGeom prst="rect">
            <a:avLst/>
          </a:prstGeom>
          <a:solidFill>
            <a:srgbClr val="1A1A1E"/>
          </a:solidFill>
          <a:ln w="9144">
            <a:solidFill>
              <a:srgbClr val="2A2A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22294" y="2046684"/>
            <a:ext cx="16216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A8A9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accent-reject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922294" y="2203847"/>
            <a:ext cx="162163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4F4F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#FF3366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28625" y="2950369"/>
            <a:ext cx="22574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A8A9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DISPLAY TYPE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28625" y="3221831"/>
            <a:ext cx="22574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F4F4F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DM Sans Bold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3114675" y="2950369"/>
            <a:ext cx="13930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A8A9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TECHNICAL TYPE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114675" y="3221831"/>
            <a:ext cx="1393031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4FF3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Space Mono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50157" y="1932384"/>
            <a:ext cx="484368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750" b="1" spc="-2" kern="0" dirty="0">
                <a:solidFill>
                  <a:srgbClr val="F4F4F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Pair with confidence</a:t>
            </a:r>
            <a:r>
              <a:rPr lang="en-US" sz="3750" b="1" spc="-2" kern="0" dirty="0">
                <a:solidFill>
                  <a:srgbClr val="B4FF3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.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2300176" y="2875359"/>
            <a:ext cx="9072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B4FF3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2300176" y="3061097"/>
            <a:ext cx="9072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A9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Relay Integration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643201" y="2875359"/>
            <a:ext cx="7322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B4FF3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643201" y="3061097"/>
            <a:ext cx="732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A9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Audit Logging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811204" y="2875359"/>
            <a:ext cx="10215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B4FF3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811204" y="3061097"/>
            <a:ext cx="10215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A8A9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Production Launch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2026-09-22T19:09:44Z</dcterms:created>
  <dcterms:modified xsi:type="dcterms:W3CDTF">2026-09-22T19:09:44Z</dcterms:modified>
</cp:coreProperties>
</file>